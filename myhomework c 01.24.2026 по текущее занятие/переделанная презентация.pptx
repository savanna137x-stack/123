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Comprehensions в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Списковые включения и генераторы коллекций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Comprehensions?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Comprehensions (в русскоязычной литературе часто "списковые включения", "генераторы коллекций" или "генераторные выражения") — это синтаксический сахар в Python, позволяющий создавать новые коллекции (списки, словари, множества) на основе существующих итерируемых объектов в компактной и читаемой форме.</a:t>
            </a:r>
          </a:p>
          <a:p/>
          <a:p>
            <a:r>
              <a:t>Они являются более эффективной и идиоматичной заменой циклам for для многих задач.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выражения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выражение: что мы хотим получить для каждого элемента.</a:t>
            </a:r>
          </a:p>
          <a:p>
            <a:r>
              <a:t>• for элемент in итерируемый_объект: перебор элементов.</a:t>
            </a:r>
          </a:p>
          <a:p>
            <a:r>
              <a:t>• if условие (необязательно): фильтрация элементов.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Виды 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поддерживает несколько типов:</a:t>
            </a:r>
          </a:p>
          <a:p/>
          <a:p>
            <a:r>
              <a:t>• List Comprehension — создают список, используют []</a:t>
            </a:r>
          </a:p>
          <a:p>
            <a:r>
              <a:t>  Синтаксис: [выражение for элемент in итерируемый_объект if условие]</a:t>
            </a:r>
          </a:p>
          <a:p/>
          <a:p>
            <a:r>
              <a:t>• Set Comprehension — создают множество, используют {}</a:t>
            </a:r>
          </a:p>
          <a:p>
            <a:r>
              <a:t>  Синтаксис: {выражение for элемент in итерируемый_объект if условие}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Краткость и читаемость — код становится компактным и выразительным.</a:t>
            </a:r>
          </a:p>
          <a:p>
            <a:r>
              <a:t>2. Производительность — часто быстрее, чем циклы for с append().</a:t>
            </a:r>
          </a:p>
          <a:p>
            <a:r>
              <a:t>3. Идиоматичность — "Pythonic" стиль написания кода.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не стоит использовать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Сложная логика — если выражение становится слишком длинным и запутанным.</a:t>
            </a:r>
          </a:p>
          <a:p>
            <a:r>
              <a:t>2. Побочные эффекты — если нужно печатать, изменять внешние переменные и т.п., лучше использовать обычный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Comprehensions — мощный инструмент Python-разработчика.</a:t>
            </a:r>
          </a:p>
          <a:p>
            <a:r>
              <a:t>Они позволяют писать более чистый, эффективный и лаконичный код.</a:t>
            </a:r>
          </a:p>
          <a:p>
            <a:r>
              <a:t>Их освоение — важный шаг к идиоматичному Python-коду.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Примеры и иллюстрации</a:t>
            </a:r>
          </a:p>
        </p:txBody>
      </p:sp>
      <p:pic>
        <p:nvPicPr>
          <p:cNvPr id="3" name="Picture 2" descr="hqde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438400" cy="1828800"/>
          </a:xfrm>
          <a:prstGeom prst="rect">
            <a:avLst/>
          </a:prstGeom>
        </p:spPr>
      </p:pic>
      <p:pic>
        <p:nvPicPr>
          <p:cNvPr id="4" name="Picture 3" descr="maxresdefa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3251200" cy="1828800"/>
          </a:xfrm>
          <a:prstGeom prst="rect">
            <a:avLst/>
          </a:prstGeom>
        </p:spPr>
      </p:pic>
      <p:pic>
        <p:nvPicPr>
          <p:cNvPr id="5" name="Picture 4" descr="111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71600"/>
            <a:ext cx="32421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Comprehension (множества)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Создают множество (set) с помощью фигурных скобок {}</a:t>
            </a:r>
          </a:p>
          <a:p>
            <a:pPr lvl="1"/>
            <a:r>
              <a:t>Синтаксис: {выражение for элемент in итерируемый_объект if условие}</a:t>
            </a:r>
          </a:p>
          <a:p>
            <a:pPr lvl="1"/>
            <a:r>
              <a:t>Особенность: в множестве нет повторяющихся элементов</a:t>
            </a:r>
          </a:p>
          <a:p>
            <a:pPr lvl="1"/>
            <a:r>
              <a:t>Пример: {x*x for x in range(10) if x % 2 == 0}  → {0, 4, 16, 36, 64}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использовать Set Comprehension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Когда нужно убрать дубликаты из данных</a:t>
            </a:r>
          </a:p>
          <a:p>
            <a:pPr lvl="1"/>
            <a:r>
              <a:t>Когда важна проверка принадлежности (in) и уникальность элементов</a:t>
            </a:r>
          </a:p>
          <a:p>
            <a:pPr lvl="1"/>
            <a:r>
              <a:t>Часто используется для фильтрации и нормализации данных</a:t>
            </a:r>
          </a:p>
          <a:p>
            <a:pPr lvl="1"/>
            <a:r>
              <a:t>Пример: {word.lower() for word in words} — получить уникальные слова без учета регистра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 Comprehension (словари)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Создают словарь (dict) с помощью {} и пары ключ:значение</a:t>
            </a:r>
          </a:p>
          <a:p>
            <a:pPr lvl="1"/>
            <a:r>
              <a:t>Синтаксис: {ключ: значение for элемент in итерируемый_объект if условие}</a:t>
            </a:r>
          </a:p>
          <a:p>
            <a:pPr lvl="1"/>
            <a:r>
              <a:t>Позволяют компактно строить отображения и преобразовывать словари</a:t>
            </a:r>
          </a:p>
          <a:p>
            <a:pPr lvl="1"/>
            <a:r>
              <a:t>Пример: {x: x*x for x in range(5)}  → {0: 0, 1: 1, 2: 4, 3: 9, 4: 16}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Примеры использования Dict Comprehension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Инверсия словаря: {v: k for k, v in d.items()}</a:t>
            </a:r>
          </a:p>
          <a:p>
            <a:pPr lvl="1"/>
            <a:r>
              <a:t>Фильтрация по значению: {k: v for k, v in d.items() if v &gt; 10}</a:t>
            </a:r>
          </a:p>
          <a:p>
            <a:pPr lvl="1"/>
            <a:r>
              <a:t>Преобразование значений: {k: v*2 for k, v in d.items()}</a:t>
            </a:r>
          </a:p>
          <a:p>
            <a:pPr lvl="1"/>
            <a:r>
              <a:t>Удобно для подготовки данных и быстрых преобразований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