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Comprehensions в Python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Списковые включения и генераторы коллекций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Что такое Comprehensions?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Comprehensions (в русскоязычной литературе часто "списковые включения", "генераторы коллекций" или "генераторные выражения") — это синтаксический сахар в Python, позволяющий создавать новые коллекции (списки, словари, множества) на основе существующих итерируемых объектов в компактной и читаемой форме.</a:t>
            </a:r>
          </a:p>
          <a:p/>
          <a:p>
            <a:r>
              <a:t>Они являются более эффективной и идиоматичной заменой циклам for для многих задач.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Структура выражения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выражение: что мы хотим получить для каждого элемента.</a:t>
            </a:r>
          </a:p>
          <a:p>
            <a:r>
              <a:t>• for элемент in итерируемый_объект: перебор элементов.</a:t>
            </a:r>
          </a:p>
          <a:p>
            <a:r>
              <a:t>• if условие (необязательно): фильтрация элементов.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Виды Comprehensions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Python поддерживает несколько типов:</a:t>
            </a:r>
          </a:p>
          <a:p/>
          <a:p>
            <a:r>
              <a:t>• List Comprehension — создают список, используют []</a:t>
            </a:r>
          </a:p>
          <a:p>
            <a:r>
              <a:t>  Синтаксис: [выражение for элемент in итерируемый_объект if условие]</a:t>
            </a:r>
          </a:p>
          <a:p/>
          <a:p>
            <a:r>
              <a:t>• Set Comprehension — создают множество, используют {}</a:t>
            </a:r>
          </a:p>
          <a:p>
            <a:r>
              <a:t>  Синтаксис: {выражение for элемент in итерируемый_объект if условие}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Преимущества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Краткость и читаемость — код становится компактным и выразительным.</a:t>
            </a:r>
          </a:p>
          <a:p>
            <a:r>
              <a:t>2. Производительность — часто быстрее, чем циклы for с append().</a:t>
            </a:r>
          </a:p>
          <a:p>
            <a:r>
              <a:t>3. Идиоматичность — "Pythonic" стиль написания кода.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Когда не стоит использовать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Сложная логика — если выражение становится слишком длинным и запутанным.</a:t>
            </a:r>
          </a:p>
          <a:p>
            <a:r>
              <a:t>2. Побочные эффекты — если нужно печатать, изменять внешние переменные и т.п., лучше использовать обычный for.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Вывод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Comprehensions — мощный инструмент Python-разработчика.</a:t>
            </a:r>
          </a:p>
          <a:p>
            <a:r>
              <a:t>Они позволяют писать более чистый, эффективный и лаконичный код.</a:t>
            </a:r>
          </a:p>
          <a:p>
            <a:r>
              <a:t>Их освоение — важный шаг к идиоматичному Python-коду.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Примеры и иллюстрации</a:t>
            </a:r>
          </a:p>
        </p:txBody>
      </p:sp>
      <p:pic>
        <p:nvPicPr>
          <p:cNvPr id="3" name="Picture 2" descr="hqdefaul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2438400" cy="1828800"/>
          </a:xfrm>
          <a:prstGeom prst="rect">
            <a:avLst/>
          </a:prstGeom>
        </p:spPr>
      </p:pic>
      <p:pic>
        <p:nvPicPr>
          <p:cNvPr id="4" name="Picture 3" descr="maxresdefaul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0" y="1371600"/>
            <a:ext cx="3251200" cy="1828800"/>
          </a:xfrm>
          <a:prstGeom prst="rect">
            <a:avLst/>
          </a:prstGeom>
        </p:spPr>
      </p:pic>
      <p:pic>
        <p:nvPicPr>
          <p:cNvPr id="5" name="Picture 4" descr="1111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0" y="1371600"/>
            <a:ext cx="3242140" cy="1828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